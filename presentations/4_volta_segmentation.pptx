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"/>
            <a:ext cx="2926080" cy="5029200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54864"/>
            <a:ext cx="73152" cy="5029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/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Monetization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K-Means Clustering · RFM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200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distinct user segments and building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monetization strategies for each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731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960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StandardScaler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RFM-style segmentation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€40K/month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€480K/year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9.6× on €50K invest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6 behavioral features with PCA visualization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97280"/>
            <a:ext cx="38404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behavioral features: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tx_count · avg_tx_value · savings_balance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logins_per_week · p2p_transfers · tenure_days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11480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6012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1097280"/>
            <a:ext cx="38404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04688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04688" y="149047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mean=0, std=1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distance-based algorithms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scale bias in K-Means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11480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017520"/>
            <a:ext cx="38404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017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(Elbow)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4107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K=2–8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at K=4: &lt;8% gain from K&gt;4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K=4 segments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880360"/>
            <a:ext cx="4114800" cy="169164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88036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3017520"/>
            <a:ext cx="38404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3017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04688" y="34107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projection via PCA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PC1+PC2 explain ~62% variance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cluster validation only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4/4 · Segmentation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Segments — Profile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average monthly revenue contribution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371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536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spenders, high engagement, premium subscribers. Core revenue engine.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6012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Users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960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371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1371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371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536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savings-oriented, moderate transaction frequency. Upgrade targets.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26080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2926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users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502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0876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08760" y="3502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468880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68880" y="3502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engagement, sporadic transactions. Need onboarding nudges.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292608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926080"/>
            <a:ext cx="41148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Users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80960" y="2926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users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3502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9788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97880" y="3502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58000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3502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8348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accounts, minimal activity. Re-engagement or graceful exit.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4/4 · Segmentation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Monetization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product and marketing approach for each segment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Program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67335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VIP badge + premium features ribbon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insights + concierge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 discount (lock-in loyalty)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60120"/>
            <a:ext cx="64008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10912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Nudge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167335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 prompt + in-app notifications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Premium trial at month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showcase: investments, budgeting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17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" y="363931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2-step onboarding re-entry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email with spending insights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premium feature trial (no payment required)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114800" cy="1783080"/>
          </a:xfrm>
          <a:prstGeom prst="rect">
            <a:avLst/>
          </a:prstGeom>
          <a:solidFill>
            <a:srgbClr val="0F294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26080"/>
            <a:ext cx="64008" cy="1783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017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10912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10912" y="363931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win-back + €5 app credit offer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new features highlight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Option: pause or delete account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4/4 · Segmentation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Capstone — The Data-Driven Product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projects · 4 skills · Complete analytics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1645920"/>
          </a:xfrm>
          <a:prstGeom prst="rect">
            <a:avLst/>
          </a:prstGeom>
          <a:solidFill>
            <a:srgbClr val="0F294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51560"/>
            <a:ext cx="4572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07008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Funnel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bottleneck at 56.6%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801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Prioritized which feature to build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4114800" cy="1645920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96012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1051560"/>
            <a:ext cx="4572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A/B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0912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+4.82pp lift, p&lt;0.0001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10912" y="1801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Enabled confident full rollout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114800" cy="164592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8892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880360"/>
            <a:ext cx="457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07008" y="2880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Retention &amp; Cohort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LTV, +€220K/year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6301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Quantified long-term ROI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788920"/>
            <a:ext cx="4114800" cy="1645920"/>
          </a:xfrm>
          <a:prstGeom prst="rect">
            <a:avLst/>
          </a:prstGeom>
          <a:solidFill>
            <a:srgbClr val="0F294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788920"/>
            <a:ext cx="64008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10912" y="2880360"/>
            <a:ext cx="45720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96128" y="2880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User Segmentation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segments, €40K/mo opportunity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10912" y="36301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Data-backed monetization strategy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0F294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817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projected ROI: +€480K/year  ·  9.6× on €50K investment  ·  Discover → Validate → Measure → Optimize → Iterate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4/4 · Segmentation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 Neobank — User Segmentation &amp; Monetization</dc:title>
  <dc:subject>PptxGenJS Presentation</dc:subject>
  <dc:creator>PptxGenJS</dc:creator>
  <cp:lastModifiedBy>PptxGenJS</cp:lastModifiedBy>
  <cp:revision>1</cp:revision>
  <dcterms:created xsi:type="dcterms:W3CDTF">2026-03-17T20:17:04Z</dcterms:created>
  <dcterms:modified xsi:type="dcterms:W3CDTF">2026-03-17T20:17:04Z</dcterms:modified>
</cp:coreProperties>
</file>