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KYC Completion Rate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Control</c:v>
                  </c:pt>
                  <c:pt idx="1">
                    <c:v>Treatment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56.6</c:v>
                </c:pt>
                <c:pt idx="1">
                  <c:v>61.4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5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 (pp)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Age 35–44</c:v>
                  </c:pt>
                  <c:pt idx="1">
                    <c:v>Android</c:v>
                  </c:pt>
                  <c:pt idx="2">
                    <c:v>Overall</c:v>
                  </c:pt>
                  <c:pt idx="3">
                    <c:v>iOS</c:v>
                  </c:pt>
                  <c:pt idx="4">
                    <c:v>Age 18–24</c:v>
                  </c:pt>
                  <c:pt idx="5">
                    <c:v>Age 45+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</c:v>
                </c:pt>
                <c:pt idx="1">
                  <c:v>7.9</c:v>
                </c:pt>
                <c:pt idx="2">
                  <c:v>4.8</c:v>
                </c:pt>
                <c:pt idx="3">
                  <c:v>3.9</c:v>
                </c:pt>
                <c:pt idx="4">
                  <c:v>3.3</c:v>
                </c:pt>
                <c:pt idx="5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9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54864"/>
            <a:ext cx="2926080" cy="5029200"/>
          </a:xfrm>
          <a:prstGeom prst="rect">
            <a:avLst/>
          </a:prstGeom>
          <a:solidFill>
            <a:srgbClr val="0D3D6B"/>
          </a:solidFill>
          <a:ln w="12700">
            <a:solidFill>
              <a:srgbClr val="0D3D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54864"/>
            <a:ext cx="73152" cy="5029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/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Test: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Progress Bar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Experiment Design &amp; Statistical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2004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00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whether a step-by-step progress bar increases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completion rate by ≥5 percentage points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731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Parameters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1005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MDE: +5pp  ·  α = 0.05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80%  ·  Duration: 28d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50/50 user-level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Start 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controlled trial — 50/50 user-level split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0" cy="3566160"/>
          </a:xfrm>
          <a:prstGeom prst="rect">
            <a:avLst/>
          </a:prstGeom>
          <a:solidFill>
            <a:srgbClr val="0F2942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KYC Flow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783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indicator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header area above form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unaware of total steps required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completion rate: 56.6%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users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566160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GROUP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+ Progress 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7830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progress bar at top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 1 of 4" visual indicator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checkmarks for completed steps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lift hypothesis: +5pp completion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of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97680" y="2468880"/>
            <a:ext cx="457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2/4 · A/B Testing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Results — Primary Metric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Start → KYC Complete conversion rate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114300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1430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78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Rate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307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56.6%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KYC completion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960120"/>
            <a:ext cx="1828800" cy="114300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960120"/>
            <a:ext cx="64008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078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1307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8775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progress bar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389120" y="960120"/>
            <a:ext cx="1828800" cy="114300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960120"/>
            <a:ext cx="64008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078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Lift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53712" y="130759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+4.82pp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53712" y="17373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MDE threshold of 5pp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55080" y="960120"/>
            <a:ext cx="1417320" cy="114300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960120"/>
            <a:ext cx="64008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0789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19672" y="13075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&lt;0.0001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19672" y="17373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significant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7200" y="228600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4754880" y="2286000"/>
            <a:ext cx="3931920" cy="256032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Details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92040" y="2743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Lift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995160" y="2743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+8.5%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92040" y="3072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95160" y="3072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4.67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920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9516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[+2.1%, +7.5%]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9204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99516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89204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995160" y="40599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89204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Check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995160" y="4389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Clean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57200" y="4617720"/>
            <a:ext cx="8229600" cy="384048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636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STATISTICALLY SIGNIFICANT — Reject null hypothesis  ·  Feature should be shipped to 100% of users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2/4 · A/B Testing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 — Heterogeneous Treatment Effects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varies significantly across user groups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960120"/>
            <a:ext cx="2743200" cy="347472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37160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35–44: Highest lift (+8.4pp)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users benefit most — addresses gap found in Project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group: No significant lift — different solution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out of 11 segments significant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0F29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59028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Next step for 45+ segment: Design tailored solution (e.g., video tutorial or live chat support during KYC)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2/4 · A/B Testing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64008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0116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Final Recommendation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21792" y="5943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projections and deployment decision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92024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4008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KYC/Month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217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completions monthly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960120"/>
            <a:ext cx="192024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960120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Activated Users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791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791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card + 1st Tx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960120"/>
            <a:ext cx="192024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960120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365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+€46K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365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monthly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29400" y="960120"/>
            <a:ext cx="1920240" cy="105156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960120"/>
            <a:ext cx="64008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107899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93992" y="13075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+€551K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93992" y="1737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projection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240280"/>
            <a:ext cx="3931920" cy="2514600"/>
          </a:xfrm>
          <a:prstGeom prst="rect">
            <a:avLst/>
          </a:prstGeom>
          <a:solidFill>
            <a:srgbClr val="0F294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Checklist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Statistical significance (p &lt; 0.05)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308152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Minimum lift achieved (≥ +5pp)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3465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SRM detected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8496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Covariate balance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4233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Positive ROI (&gt; 1x)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2240280"/>
            <a:ext cx="4114800" cy="2514600"/>
          </a:xfrm>
          <a:prstGeom prst="rect">
            <a:avLst/>
          </a:prstGeom>
          <a:solidFill>
            <a:srgbClr val="0F2942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SHIP THE FEATURE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09160" y="27889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progress bar to 100% of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 (Z=4.67, p&lt;0.0001)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37x dev cost recovered in year 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separate experiment for 45+ segment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KYC completion rate for 8 weeks post-launch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873752"/>
            <a:ext cx="8229600" cy="2286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 Neobank · Project 2/4 · A/B Testing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 Neobank — A/B Test: KYC Progress Bar</dc:title>
  <dc:subject>PptxGenJS Presentation</dc:subject>
  <dc:creator>PptxGenJS</dc:creator>
  <cp:lastModifiedBy>PptxGenJS</cp:lastModifiedBy>
  <cp:revision>1</cp:revision>
  <dcterms:created xsi:type="dcterms:W3CDTF">2026-03-17T20:17:04Z</dcterms:created>
  <dcterms:modified xsi:type="dcterms:W3CDTF">2026-03-17T20:17:04Z</dcterms:modified>
</cp:coreProperties>
</file>